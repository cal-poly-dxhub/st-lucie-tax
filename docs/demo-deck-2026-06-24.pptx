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St. Lucie County Chatbot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Progress since the last demo  |  June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Security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Completed external security review remediation (Caylent)</a:t>
            </a:r>
          </a:p>
          <a:p>
            <a:pPr>
              <a:defRPr sz="1800"/>
            </a:pPr>
            <a:r>
              <a:t>Secrets moved out of code into encrypted AWS Secrets Manager</a:t>
            </a:r>
          </a:p>
          <a:p>
            <a:pPr>
              <a:defRPr sz="1800"/>
            </a:pPr>
            <a:r>
              <a:t>Citizen PII (SSN, card, bank #) scrubbed before it reaches the AI</a:t>
            </a:r>
          </a:p>
          <a:p>
            <a:pPr>
              <a:defRPr sz="1800"/>
            </a:pPr>
            <a:r>
              <a:t>Sensitive data redacted from logs and debug tools</a:t>
            </a:r>
          </a:p>
          <a:p>
            <a:pPr>
              <a:defRPr sz="1800"/>
            </a:pPr>
            <a:r>
              <a:t>Logins now expire and auto-refresh; abuse blocked at two layers</a:t>
            </a:r>
          </a:p>
          <a:p>
            <a:pPr>
              <a:defRPr sz="1800"/>
            </a:pPr>
            <a:r>
              <a:t>AI access locked to only the models and data we authorize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Accuracy Boost (SME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Driven by your tax-office staff testing real transactions</a:t>
            </a:r>
          </a:p>
          <a:p>
            <a:pPr>
              <a:defRPr sz="1800"/>
            </a:pPr>
            <a:r>
              <a:t>Bot no longer invents phone numbers, fees, or policy</a:t>
            </a:r>
          </a:p>
          <a:p>
            <a:pPr>
              <a:defRPr sz="1800"/>
            </a:pPr>
            <a:r>
              <a:t>Deceased-owner / inheritance title transfers now handled correctly</a:t>
            </a:r>
          </a:p>
          <a:p>
            <a:pPr>
              <a:defRPr sz="1800"/>
            </a:pPr>
            <a:r>
              <a:t>First-time license applicants no longer hit circular blocks</a:t>
            </a:r>
          </a:p>
          <a:p>
            <a:pPr>
              <a:defRPr sz="1800"/>
            </a:pPr>
            <a:r>
              <a:t>Redundant questions removed; out-of-state CDL routing fixed</a:t>
            </a:r>
          </a:p>
          <a:p>
            <a:pPr>
              <a:defRPr sz="1800"/>
            </a:pPr>
            <a:r>
              <a:t>Official source links now surface in chat and side panel</a:t>
            </a:r>
          </a:p>
          <a:p>
            <a:pPr>
              <a:defRPr sz="1800"/>
            </a:pPr>
            <a:r>
              <a:t>Every fix verified against Florida statute or staff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Mobile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Rebuilt mobile-first for QR-code, phone-majority traffic</a:t>
            </a:r>
          </a:p>
          <a:p>
            <a:pPr>
              <a:defRPr sz="1800"/>
            </a:pPr>
            <a:r>
              <a:t>Everything fits on a phone: no overflow, no clipped text</a:t>
            </a:r>
          </a:p>
          <a:p>
            <a:pPr>
              <a:defRPr sz="1800"/>
            </a:pPr>
            <a:r>
              <a:t>Slide-out menu, progress bar, animated quick-reply chips</a:t>
            </a:r>
          </a:p>
          <a:p>
            <a:pPr>
              <a:defRPr sz="1800"/>
            </a:pPr>
            <a:r>
              <a:t>Identity verification never dead-ends; skip always works</a:t>
            </a:r>
          </a:p>
          <a:p>
            <a:pPr>
              <a:defRPr sz="1800"/>
            </a:pPr>
            <a:r>
              <a:t>Stale verification tokens now refresh invisibly</a:t>
            </a:r>
          </a:p>
          <a:p>
            <a:pPr>
              <a:defRPr sz="1800"/>
            </a:pPr>
            <a:r>
              <a:t>Staff tools: reviewed checkbox + inline transcript feedback</a:t>
            </a:r>
          </a:p>
          <a:p>
            <a:pPr>
              <a:defRPr sz="1800"/>
            </a:pPr>
            <a:r>
              <a:t>Faster admin navigation with cached session 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Production Prep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Before-production security checklist documented</a:t>
            </a:r>
          </a:p>
          <a:p>
            <a:pPr>
              <a:defRPr sz="1800"/>
            </a:pPr>
            <a:r>
              <a:t>Deployment runbook for secrets population in place</a:t>
            </a:r>
          </a:p>
          <a:p>
            <a:pPr>
              <a:defRPr sz="1800"/>
            </a:pPr>
            <a:r>
              <a:t>Architecture teaching kit for technical partners</a:t>
            </a:r>
          </a:p>
          <a:p>
            <a:pPr>
              <a:defRPr sz="1800"/>
            </a:pPr>
            <a:r>
              <a:t>Interactive explorer captured from the live system</a:t>
            </a:r>
          </a:p>
          <a:p>
            <a:pPr>
              <a:defRPr sz="1800"/>
            </a:pPr>
            <a:r>
              <a:t>One-page cheat sheet and guided code tour for handoff</a:t>
            </a:r>
          </a:p>
          <a:p>
            <a:pPr>
              <a:defRPr sz="1800"/>
            </a:pPr>
            <a:r>
              <a:t>Graceful fallbacks: scheduling and verify degrade safely</a:t>
            </a:r>
          </a:p>
          <a:p>
            <a:pPr>
              <a:defRPr sz="1800"/>
            </a:pPr>
            <a:r>
              <a:t>Remaining items scoped: Cognito, VPC/KMS, deploy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SME Question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Policy-questions workbook: 46 questions across 3 tabs</a:t>
            </a:r>
          </a:p>
          <a:p>
            <a:pPr>
              <a:defRPr sz="1800"/>
            </a:pPr>
            <a:r>
              <a:t>12 high-impact, prioritized for fastest review</a:t>
            </a:r>
          </a:p>
          <a:p>
            <a:pPr>
              <a:defRPr sz="1800"/>
            </a:pPr>
            <a:r>
              <a:t>Yellow answer column, source citations, unverified flags</a:t>
            </a:r>
          </a:p>
          <a:p>
            <a:pPr>
              <a:defRPr sz="1800"/>
            </a:pPr>
            <a:r>
              <a:t>Upload-review spreadsheet: 168 documents in 7 categories</a:t>
            </a:r>
          </a:p>
          <a:p>
            <a:pPr>
              <a:defRPr sz="1800"/>
            </a:pPr>
            <a:r>
              <a:t>One-click checkboxes; Excel and Google Sheets copies</a:t>
            </a:r>
          </a:p>
          <a:p>
            <a:pPr>
              <a:defRPr sz="1800"/>
            </a:pPr>
            <a:r>
              <a:t>Pulled from all decision trees + real tester sessions</a:t>
            </a:r>
          </a:p>
          <a:p>
            <a:pPr>
              <a:defRPr sz="1800"/>
            </a:pPr>
            <a:r>
              <a:t>Each answer maps to a simple, one-line code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